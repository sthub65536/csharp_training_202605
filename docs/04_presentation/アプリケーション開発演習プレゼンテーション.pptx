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F1F9B4-1295-07E1-738C-8A7BE5E61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276F4D-D54E-A337-4889-B3D51E427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AFF584-A86B-5C27-51FE-A38D0EB8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7B8137-DD2A-538A-83F7-11F7376E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F4105C-63DF-5E1C-1B69-C976DD3F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6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79285-4257-C2D9-7AB6-621608C6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5280A4-C2E1-E42E-6552-A849F51D3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36C298-E8BF-C15B-87E6-66680304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FBF8C7-4496-904A-1AB5-CB2BB186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E31401-3DB8-2D74-F5D5-30BB6080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99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93887-5C0A-DAE1-DD9F-6066EA9D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6D08E2-DF0D-A2E4-55E4-002222864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5001ED-3C7C-183D-EA1E-7C87FD35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EB94B8-9148-A8F5-F081-BE46BB77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B90A48-1B26-1AD7-AA7F-3909B2AE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43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8A4B41-29D2-B58C-F753-69A1E581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2CE375-1BDD-3EA7-FBDE-777E8E94B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15D854-5A01-3267-AB9E-7A7BD68FA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B2BE1D-E739-8693-B2A8-9F8F71B7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9DE66A-1367-FDF8-074E-812100AD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38B54F-F647-CB79-C655-BCF94BD3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723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C9DF66-19BE-46FB-CBEE-878CA9B9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058846-25E6-0F78-5365-25A35C37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13C1AF-EC37-2D67-6D78-6E12D6673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84C234-C1B8-9A6F-4C07-2463AFD81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E1FBF1-66E6-F630-93EA-ED140C34A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18B5A9-A2E8-D468-7F0C-B40E57AA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552AC52-EBB6-43D8-203F-C3795E37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3AA0952-9577-84F4-793A-6BC6E143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87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87B77C-173B-33C6-4F25-5D7CFA0C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6F1B33-5455-C6CE-1B75-9C8EB5D5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0F7EA93-02E9-AD26-015A-7C8DD1A5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AB5D3B-4960-2972-98CD-6E272A3A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558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A8B28A-9816-F4DE-E7FD-726D3A35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14A4F4-C960-4DF3-FB97-D7CDCD51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5CB29D-B44E-F8F5-EA4B-651F3A11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06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FD3591-725B-8CAA-6219-03C4B0A2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F48CE1-EB2D-B8BA-6BAD-6789968F7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53AF59-E41D-D1EA-3AC1-DC51D0752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A665B0-C60F-3B3B-D94E-E6CCA6BC2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5B4CF4-61B1-C265-481C-3B8C67F3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639956-E6FF-2DCE-D0E6-283BA1CE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04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F279D-68AF-3C40-4DD3-99A95746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835677F-7F6F-B950-D291-7FC48CDBE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E88E91-8260-567D-F167-18A69E4CC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FACFC4-9D9E-1397-37C4-A9A942A3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B72D19-78DF-3247-470E-BE150277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29EC1-C349-1F82-DC18-506AB9E9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28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84F3E-9DFF-AFF9-434A-90790120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8DC391-D5C3-B3B0-2B0D-9DAB50A4D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E46EAF-17EB-F14E-4089-9B72AA14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6EB7FE-B012-B9FC-C1FA-C0C483F9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C3B2B2-23A0-163B-67AF-E013F56A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82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99CEE5-0573-2812-D514-6E79B8EB6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CA461C-0234-53D5-ECFC-9206AFE83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134924-4691-D6E2-5370-A863E23E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F47C8-A730-5C12-302E-0C3AC425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463624-36AB-D93B-B748-2CCF6E1C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93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57F29F-09B5-B7A4-EE1D-68E9F781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BF0B1F-5D4B-8725-3FA7-28F479686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71323C-8AD1-E7D6-1687-F3AEF49BA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CD812-F1D9-4DF1-BC9A-935B74E7E89A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833575-A166-955C-0244-04A4B6496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C47E6A-D42E-4CF1-CC63-5C453AD1A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48B4B-8E8E-4818-B594-EDC6DDEF22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35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9359D0-DC35-C6A8-96A4-FDE0F6A34D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アプリケーション</a:t>
            </a:r>
            <a:br>
              <a:rPr kumimoji="1" lang="en-US" altLang="ja-JP"/>
            </a:br>
            <a:r>
              <a:rPr kumimoji="1" lang="ja-JP" altLang="en-US"/>
              <a:t>開発演習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7A7D35-1600-56EA-6679-556B42667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7164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アプリケーション 開発演習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opnewemp006</dc:creator>
  <cp:lastModifiedBy>opnewemp006</cp:lastModifiedBy>
  <cp:revision>1</cp:revision>
  <dcterms:created xsi:type="dcterms:W3CDTF">2026-05-27T07:46:29Z</dcterms:created>
  <dcterms:modified xsi:type="dcterms:W3CDTF">2026-05-27T07:46:44Z</dcterms:modified>
</cp:coreProperties>
</file>